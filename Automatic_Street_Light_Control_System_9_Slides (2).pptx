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65B39"/>
                </a:solidFill>
              </a:defRPr>
            </a:pPr>
            <a:r>
              <a:t>Design and Simulation of an</a:t>
            </a:r>
            <a:br/>
            <a:r>
              <a:t>Automatic Street Light Control System</a:t>
            </a:r>
          </a:p>
          <a:p>
            <a:pPr algn="ctr">
              <a:defRPr sz="2200">
                <a:solidFill>
                  <a:srgbClr val="5F6963"/>
                </a:solidFill>
              </a:defRPr>
            </a:pPr>
            <a:r>
              <a:t>Using Combinational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49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A26"/>
                </a:solidFill>
              </a:defRPr>
            </a:pPr>
            <a:r>
              <a:t>Sriram Reddy</a:t>
            </a:r>
            <a:br/>
            <a:r>
              <a:t>Mokshith Reddy</a:t>
            </a:r>
            <a:br/>
            <a:r>
              <a:t>Bhuvan Aaryan</a:t>
            </a:r>
            <a:br/>
            <a:r>
              <a:t>M. Pardhu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Street lights provide visibility and safety during night-time.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Manual switching can lead to unnecessary power consumption.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An automatic controller can switch the light based on sensor conditions.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This project demonstrates a simple controller using combinational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Design an automatic street light control circuit.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Use binary inputs from a light sensor and a motion/vehicle sensor.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Implement the control logic using an AND gate.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Simulate and verify the design using Logisim.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Inputs and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572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AAC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4023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39"/>
                </a:solidFill>
              </a:defRPr>
            </a:pPr>
            <a:r>
              <a:t>A — Dark Sensor</a:t>
            </a:r>
          </a:p>
          <a:p>
            <a:pPr>
              <a:defRPr sz="1800">
                <a:solidFill>
                  <a:srgbClr val="232A26"/>
                </a:solidFill>
              </a:defRPr>
            </a:pPr>
            <a:r>
              <a:t>A = 1 → Dark</a:t>
            </a:r>
            <a:br/>
            <a:r>
              <a:t>A = 0 → Bright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572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AAC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023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5B39"/>
                </a:solidFill>
              </a:defRPr>
            </a:pPr>
            <a:r>
              <a:t>B — Motion Sensor</a:t>
            </a:r>
          </a:p>
          <a:p>
            <a:pPr>
              <a:defRPr sz="1800">
                <a:solidFill>
                  <a:srgbClr val="232A26"/>
                </a:solidFill>
              </a:defRPr>
            </a:pPr>
            <a:r>
              <a:t>B = 1 → Motion detected</a:t>
            </a:r>
            <a:br/>
            <a:r>
              <a:t>B = 0 → No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60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65B39"/>
                </a:solidFill>
              </a:defRPr>
            </a:pPr>
            <a:r>
              <a:t>Street Light = A AND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Truth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truth_tabl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417320"/>
            <a:ext cx="41148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4983480"/>
            <a:ext cx="8321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F6963"/>
                </a:solidFill>
              </a:defRPr>
            </a:pPr>
            <a:r>
              <a:t>The output is HIGH only for the required input combination.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Logisim 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logisim_circui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53492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F6963"/>
                </a:solidFill>
              </a:defRPr>
            </a:pPr>
            <a:r>
              <a:t>Two sensor inputs are connected to a 2-input AND gate, which drives the Street Light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When it is bright, the Dark input is 0, so the street light stays OFF.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When it is dark but no motion is detected, the output stays OFF.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When it is dark and motion is detected, both inputs become 1.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The AND gate then produces 1 and the street light turns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Automatic operation without manual switching.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Reduces unnecessary electricity usage.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Simple and easy-to-understand combinational circuit.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Fast response to sensor inputs.</a:t>
            </a:r>
          </a:p>
          <a:p>
            <a:pPr>
              <a:spcAft>
                <a:spcPts val="1500"/>
              </a:spcAft>
              <a:defRPr sz="2000">
                <a:solidFill>
                  <a:srgbClr val="232A26"/>
                </a:solidFill>
              </a:defRPr>
            </a:pPr>
            <a:r>
              <a:t>• Can be expanded with additional sensors and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5B39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60120"/>
            <a:ext cx="1188720" cy="45720"/>
          </a:xfrm>
          <a:prstGeom prst="rect">
            <a:avLst/>
          </a:prstGeom>
          <a:solidFill>
            <a:srgbClr val="26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3093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F6963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32A26"/>
                </a:solidFill>
              </a:defRPr>
            </a:pPr>
            <a:r>
              <a:t>• The automatic street light controller was designed using combinational logic.</a:t>
            </a:r>
          </a:p>
          <a:p>
            <a:pPr>
              <a:spcAft>
                <a:spcPts val="1500"/>
              </a:spcAft>
              <a:defRPr sz="2100">
                <a:solidFill>
                  <a:srgbClr val="232A26"/>
                </a:solidFill>
              </a:defRPr>
            </a:pPr>
            <a:r>
              <a:t>• The AND-gate implementation provides a simple control mechanism.</a:t>
            </a:r>
          </a:p>
          <a:p>
            <a:pPr>
              <a:spcAft>
                <a:spcPts val="1500"/>
              </a:spcAft>
              <a:defRPr sz="2100">
                <a:solidFill>
                  <a:srgbClr val="232A26"/>
                </a:solidFill>
              </a:defRPr>
            </a:pPr>
            <a:r>
              <a:t>• The Logisim simulation verifies the circuit operation.</a:t>
            </a:r>
          </a:p>
          <a:p>
            <a:pPr>
              <a:spcAft>
                <a:spcPts val="1500"/>
              </a:spcAft>
              <a:defRPr sz="2100">
                <a:solidFill>
                  <a:srgbClr val="232A26"/>
                </a:solidFill>
              </a:defRPr>
            </a:pPr>
            <a:r>
              <a:t>• The design demonstrates how digital logic can be used for basic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